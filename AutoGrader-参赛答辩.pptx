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团队成员：＿＿＿（专业 / 分工）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6.89 分 / 误差≤5 占比 44.4% / 可溯源率 97.0%　——该修复发生在 gold 解封之后，是靠「系统性低估」这个信号查出来的，我们无法自证它没有沾到 gold 的光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评测方法：10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13.33）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988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A：主程 —— 代码 / 部署 / 版本管理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B：产品与材料 —— 脱敏 / 评分点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（此处按实际姓名与专业替换）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