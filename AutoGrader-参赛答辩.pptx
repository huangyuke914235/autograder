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01168" cy="6858000"/>
          </a:xfrm>
          <a:prstGeom prst="roundRect">
            <a:avLst>
              <a:gd name="adj" fmla="val 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5200" b="1">
                <a:solidFill>
                  <a:srgbClr val="1F2937"/>
                </a:solidFill>
                <a:latin typeface="微软雅黑"/>
                <a:ea typeface="微软雅黑"/>
              </a:rPr>
              <a:t>AutoGrader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0F766E"/>
                </a:solidFill>
                <a:latin typeface="微软雅黑"/>
                <a:ea typeface="微软雅黑"/>
              </a:rPr>
              <a:t>实验报告智能评阅平台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不做「让 AI 打个分」，而做「把评分标准变成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可核查、可溯源、可校准的判定流水线」。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794760"/>
            <a:ext cx="2071116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94760"/>
            <a:ext cx="20711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RAG-E 四阶判定链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0964" y="3794760"/>
            <a:ext cx="1618488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0964" y="3794760"/>
            <a:ext cx="1618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证据原文逐字校验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0620" y="3794760"/>
            <a:ext cx="1014984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0620" y="3794760"/>
            <a:ext cx="10149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人在回路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6772" y="3794760"/>
            <a:ext cx="1467612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6772" y="3794760"/>
            <a:ext cx="14676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总分由代码加总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粤港澳大湾区 AI Coding 创新大赛 · 方向一：AI + 教学管理助手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团队成员：＿＿＿（专业 / 分工）　·　开源协议：MIT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01 · 赛题方向与痛点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为什么要做：批改的痛点是「不一致」，不只是「慢」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02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助教的时间被重复劳动吃掉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一门课 60 人 × 每份 8~10 分钟 ≈ 10 小时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大量时间花在「找证据」而不是「判断」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1596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学生的反馈只有分数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只知道扣了多少，不知道扣在哪一句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改进建议往往是「分析不够深入」这类空话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直接让 AI 打总分不可接受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黑箱：说不出为什么给这个分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不可核查：引用可能根本不在原文里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我们要的不是「更快的分数」，而是「每个分数都能被指认出依据」——证据在第几节、原文是哪一句、判定是谁做的。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5488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754880"/>
            <a:ext cx="50292" cy="12801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我们自己实测到的「不一致」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070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同一份报告连跑 10 次，有 2 次判定在 hit / partial 之间漂移——这正是 G 一致性守卫存在的原因。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（数据来自仓库 stability_log.json，界面「批量测试 → 同一份重复评阅」可复现）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02 · 作品简介与方法论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RAG-E 四阶判定链：把评分拆成可核查的四步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03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评分点原子化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把教师用自然语言写的评分标准，拆成 8~12 个彼此不重叠、可独立判定的原子评分点。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证据锚定判定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逐个评分点独立判定，必须回引报告原文；引用逐字匹配不上即作废重跑。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一致性守卫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低置信或两次判定不一致 → 显式标记「待人工复核」并置顶。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9380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反馈生成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基于已定稿的判定生成评语与可执行建议，不参与打分。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94760"/>
            <a:ext cx="11064240" cy="54864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77639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1F2937"/>
                </a:solidFill>
                <a:latin typeface="微软雅黑"/>
                <a:ea typeface="微软雅黑"/>
              </a:rPr>
              <a:t>三条不可违背的工程铁律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分数由代码加总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模型只输出单点判定 hit / partial / miss，模型输出里没有 total 字段。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无证据的判断不算数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每条引用必须能原文逐字匹配；失败即作废重跑，绝不放宽规则让数字变好看。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36992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不确定就交给人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低置信或双跑不一致 → 标记待复核；教师可在界面直接改分并留痕。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模型唯一被允许输出的，是「单个评分点 + 判定 + 理由 + 原文引用」——其余全由确定性代码决定。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03 · AI 能力边界（这是作品的核心）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被允许做什么，不被允许做什么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04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✓ AI 被允许做的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✗ AI 不被允许做的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把自然语言评分标准拆成原子评分点（R）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对单个评分点作出 hit / partial / miss 判定（A）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以「另一位助教」身份做一次独立复核（G）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把已定稿的判定改写成学生读得懂的反馈（E）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算总分 —— 总分由代码加总，模型拿不到这个权力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给出无法在原文逐字匹配的引用 —— 直接作废重跑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决定最终成绩 —— 低置信/不一致转人工，教师可改分留痕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接触未脱敏的原始作业 —— 脱敏 + 证据窗口裁剪后才入库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292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60704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一句话概括分工：AI 负责「判断」，代码负责「算数与把关」，人负责「拍板」。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把这三件事分开，才有可能在评委问「你这个 87 分是怎么来的」时，指认出每一个字的出处。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04 · 技术方案与工程实现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技术方案：6 个文件、两条部署链路、一份隐私边界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05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界面：评阅 / 详情对照 / 评分点 / 导出 / 批量测试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03120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models.py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103120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Pydantic 数据契约（ItemJudgement 里没有 total 字段）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7004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700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prompts.py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70048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RAG-E 四阶段 prompt 模板，由人维护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3697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236976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llm.py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236976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模型调用 + JSON 宽容解析 + 防幻觉闸门（最值钱的文件）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03904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03904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parser.py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803904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报告解析与章节切分：纯确定性代码，不调模型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7083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37083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7083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四阶编排；总分在这里由代码加总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536192"/>
            <a:ext cx="4041648" cy="21518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1536192"/>
            <a:ext cx="50292" cy="21518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170078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部署：两条链路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2029967"/>
            <a:ext cx="3584448" cy="149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Cloud：可交互 Demo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GitHub Pages：主页 + 离线可看案例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（评委打不开 Demo 时的保底）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密钥走 st.secrets，不进仓库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3429000"/>
            <a:ext cx="4041648" cy="20261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3429000"/>
            <a:ext cx="50292" cy="202615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359359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隐私：原始作业不出本地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3922776"/>
            <a:ext cx="3584448" cy="1367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data/ 已写入 .gitignore，仓库里没有原始报告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公开案例双重处理：全文脱敏 + 正文裁剪为证据窗口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学号 / 姓名 / 班级 / 电话 / 邮箱已置零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5285232"/>
            <a:ext cx="4041648" cy="92443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5285232"/>
            <a:ext cx="50292" cy="92443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5552" y="544982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分界线清晰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5779008"/>
            <a:ext cx="3584448" cy="2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解析 / 切分 / 加总 / 校验：确定性代码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05 · 真实数据与自评测结果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自评测：敢自测，也敢把不好看的数字写出来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06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13.33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平均绝对误差 MAE（分）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系统总分与人工总分之差的绝对值平均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22.2%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误差 ≤5 分的报告占比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 份参评报告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95.1%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证据可溯源率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每条引用回原文精确匹配，绝不放宽规则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291840"/>
            <a:ext cx="11064240" cy="10515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291840"/>
            <a:ext cx="106070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评测方法：10 份真实实验报告，由非主程成员独立人工打分（gold set）——打分期间不看系统结果、不与主程讨论，完成后封存，直到评测当天才解封。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微软雅黑"/>
                <a:ea typeface="微软雅黑"/>
              </a:rPr>
              <a:t>这是纪律问题：如果让写 prompt 的人来定「正确答案」，那等于对着答案改答案。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434840"/>
            <a:ext cx="11064240" cy="167944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434840"/>
            <a:ext cx="50292" cy="16794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599431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诚实记录：第一次跑出来是 MAE 31.67 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28616"/>
            <a:ext cx="10607040" cy="1021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9 份里 8 份被系统性低估。顺着这个单向偏差查下去：判定阶段只把报告 top-4 章节、每章截断 2500 字送进模型——模型实际只看到全文的 7%~11%。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这是纯工程缺陷，与 prompt 无关。改为自适应全文后降到 13.33；此后我们没有为降低这个数字改动过任何 prompt。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完整排查记录见仓库 docs/bugfix-上下文丢失.md。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06 · AI 工具使用与下一步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协作过程、团队与展望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07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AI 帮我们抓到的两个真实缺陷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502920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① 上下文丢失：模型只看到报告 7%~11% 内容（MAE 31.67 → 13.33）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② 反馈生成失败：异常被 except 吞掉，查不到原因；最后靠另一项功能测试才炸出真凶——输出的 JSON 含未转义引号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两篇排查记录都在仓库 docs/ 下，是当时写下的，不是事后美化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572768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AI 在工程里的位置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66543"/>
            <a:ext cx="493776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代码骨架、prompt 初稿、界面实现由 AI 协作产出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判定规则、评分点定义、gold set 打分由人完成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「不许吞异常」「不许放宽匹配规则」是我们给自己立的规矩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5486400" cy="16464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50292" cy="164642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3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团队与分工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15968"/>
            <a:ext cx="5029200" cy="988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成员 A：主程 —— 代码 / 部署 / 版本管理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成员 B：产品与材料 —— 脱敏 / 评分点 / 试用 / PPT / 视频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（此处按实际姓名与专业替换）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822191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3822191"/>
            <a:ext cx="50292" cy="146304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86783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15968"/>
            <a:ext cx="493776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把评分模板扩到更多课程与学科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增加班级维度的批量视图与学情统计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把「重复评阅」做成常态化的稳定性看板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4132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本页每一句技术承诺，都能在仓库代码或在线演示中指认；指认不出的我们已经删掉了。所有数字均可由 tools/batch_run.py + tools/benchmark.py 复现。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B45309"/>
                </a:solidFill>
                <a:latin typeface="微软雅黑"/>
                <a:ea typeface="微软雅黑"/>
              </a:rPr>
              <a:t>提交前提示：MAE / 误差占比 / 可溯源率以最新一次 benchmark 为准，若与本次不一致请以新数字更新本页。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