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团队成员：＿＿＿（专业 / 分工）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6.67 分 / 误差≤5 占比 33.3% / 可溯源率 96.9%　——该修复发生在 gold 解封之后，是靠「系统性低估」这个信号查出来的，我们无法自证它没有沾到 gold 的光。 同一份代码两次完整评测：MAE 6.67~6.89，误差≤5 占比 33.3%~44.4%，可溯源率 96.9%~97.0% —— 波动就摆出来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13.33）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988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A：主程 —— 代码 / 部署 / 版本管理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B：产品与材料 —— 脱敏 / 评分点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（此处按实际姓名与专业替换）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