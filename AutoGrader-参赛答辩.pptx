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缺陷修复后复测：待重跑 tools/benchmark.py 后填入（修复发生在 gold 解封之后，将如实标注修复动机）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