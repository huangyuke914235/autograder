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团队成员：黄宇科、张镒川（深圳大学计算机与软件学院）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6.67 分 / 误差≤5 占比 33.3% / 可溯源率 96.9%　——该修复发生在 gold 解封之后，是靠「系统性低估」这个信号查出来的，我们无法自证它没有沾到 gold 的光。 同一份代码两次完整评测：MAE 6.67~6.89，误差≤5 占比 33.3%~44.4%，可溯源率 96.9%~97.0% —— 波动就摆出来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评测方法：9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20.44）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79501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79501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团队与分工（2 人，均为计算机科学与技术专业）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1136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黄宇科（主程）：代码 / 部署 / 版本管理 / 自评测工具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张镒川（产品与材料）：报告脱敏 / 评分点整理 / 独立人工打分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1F2937"/>
                </a:solidFill>
                <a:latin typeface="微软雅黑"/>
                <a:ea typeface="微软雅黑"/>
              </a:rPr>
              <a:t>深圳大学计算机与软件学院 · 计算机科学与技术 · 2025 级 05 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